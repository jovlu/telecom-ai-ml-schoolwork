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94660"/>
  </p:normalViewPr>
  <p:slideViewPr>
    <p:cSldViewPr snapToGrid="0">
      <p:cViewPr varScale="1">
        <p:scale>
          <a:sx n="65" d="100"/>
          <a:sy n="65" d="100"/>
        </p:scale>
        <p:origin x="22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E16C6-05B6-4D72-8C70-704F1ACED0F0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1B4B6-9292-455D-8D29-FC634A710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2062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E16C6-05B6-4D72-8C70-704F1ACED0F0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1B4B6-9292-455D-8D29-FC634A710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058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E16C6-05B6-4D72-8C70-704F1ACED0F0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1B4B6-9292-455D-8D29-FC634A710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804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E16C6-05B6-4D72-8C70-704F1ACED0F0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1B4B6-9292-455D-8D29-FC634A710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85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E16C6-05B6-4D72-8C70-704F1ACED0F0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1B4B6-9292-455D-8D29-FC634A710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876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E16C6-05B6-4D72-8C70-704F1ACED0F0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1B4B6-9292-455D-8D29-FC634A710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486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E16C6-05B6-4D72-8C70-704F1ACED0F0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1B4B6-9292-455D-8D29-FC634A710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820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E16C6-05B6-4D72-8C70-704F1ACED0F0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1B4B6-9292-455D-8D29-FC634A710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937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E16C6-05B6-4D72-8C70-704F1ACED0F0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1B4B6-9292-455D-8D29-FC634A710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833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E16C6-05B6-4D72-8C70-704F1ACED0F0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1B4B6-9292-455D-8D29-FC634A710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501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E16C6-05B6-4D72-8C70-704F1ACED0F0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1B4B6-9292-455D-8D29-FC634A7101B3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006891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E16C6-05B6-4D72-8C70-704F1ACED0F0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1B4B6-9292-455D-8D29-FC634A710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8014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E16C6-05B6-4D72-8C70-704F1ACED0F0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1B4B6-9292-455D-8D29-FC634A7101B3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149284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E16C6-05B6-4D72-8C70-704F1ACED0F0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1B4B6-9292-455D-8D29-FC634A710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3622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E16C6-05B6-4D72-8C70-704F1ACED0F0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1B4B6-9292-455D-8D29-FC634A710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3868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E16C6-05B6-4D72-8C70-704F1ACED0F0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1B4B6-9292-455D-8D29-FC634A710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878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CE16C6-05B6-4D72-8C70-704F1ACED0F0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3B81B4B6-9292-455D-8D29-FC634A710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688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670DD-87D8-6B8D-BBF2-DA32684DB0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SVR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73F96B-F28F-C9B6-9C4E-084BFB536D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Jovan </a:t>
            </a:r>
            <a:r>
              <a:rPr lang="en-US" dirty="0" err="1"/>
              <a:t>Lukovi</a:t>
            </a:r>
            <a:r>
              <a:rPr lang="sr-Latn-RS" dirty="0"/>
              <a:t>ć 2020/0476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6075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D8786-7F89-3CE2-72D2-548D6CE0A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Rešenje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0C4BB7-1F13-C72D-27A5-3D39EF06B7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SVM </a:t>
            </a:r>
            <a:r>
              <a:rPr lang="en-US" dirty="0" err="1"/>
              <a:t>regresija</a:t>
            </a:r>
            <a:r>
              <a:rPr lang="en-US" dirty="0"/>
              <a:t> za x </a:t>
            </a:r>
            <a:r>
              <a:rPr lang="en-US" dirty="0" err="1"/>
              <a:t>i</a:t>
            </a:r>
            <a:r>
              <a:rPr lang="en-US" dirty="0"/>
              <a:t> y </a:t>
            </a:r>
            <a:r>
              <a:rPr lang="en-US" dirty="0" err="1"/>
              <a:t>nad</a:t>
            </a:r>
            <a:r>
              <a:rPr lang="en-US" dirty="0"/>
              <a:t> </a:t>
            </a:r>
            <a:r>
              <a:rPr lang="en-US" dirty="0" err="1"/>
              <a:t>očišćenim</a:t>
            </a:r>
            <a:r>
              <a:rPr lang="en-US" dirty="0"/>
              <a:t> RSSI </a:t>
            </a:r>
            <a:r>
              <a:rPr lang="en-US" dirty="0" err="1"/>
              <a:t>vektorima</a:t>
            </a:r>
            <a:r>
              <a:rPr lang="en-US" dirty="0"/>
              <a:t> (−120 dBm).</a:t>
            </a:r>
          </a:p>
          <a:p>
            <a:r>
              <a:rPr lang="en-US" dirty="0"/>
              <a:t>8 AP </a:t>
            </a:r>
            <a:r>
              <a:rPr lang="en-US" dirty="0" err="1"/>
              <a:t>vrednosti</a:t>
            </a:r>
            <a:r>
              <a:rPr lang="en-US" dirty="0"/>
              <a:t> po </a:t>
            </a:r>
            <a:r>
              <a:rPr lang="en-US" dirty="0" err="1"/>
              <a:t>uzorku</a:t>
            </a:r>
            <a:r>
              <a:rPr lang="en-US" dirty="0"/>
              <a:t> + (</a:t>
            </a:r>
            <a:r>
              <a:rPr lang="en-US" dirty="0" err="1"/>
              <a:t>x,y</a:t>
            </a:r>
            <a:r>
              <a:rPr lang="en-US" dirty="0"/>
              <a:t>) u </a:t>
            </a:r>
            <a:r>
              <a:rPr lang="en-US" dirty="0" err="1"/>
              <a:t>pikselima</a:t>
            </a:r>
            <a:r>
              <a:rPr lang="en-US" dirty="0"/>
              <a:t>; 1 </a:t>
            </a:r>
            <a:r>
              <a:rPr lang="en-US" dirty="0" err="1"/>
              <a:t>px</a:t>
            </a:r>
            <a:r>
              <a:rPr lang="en-US" dirty="0"/>
              <a:t> = 0,1 m.</a:t>
            </a:r>
            <a:br>
              <a:rPr lang="en-US" dirty="0"/>
            </a:br>
            <a:r>
              <a:rPr lang="en-US" dirty="0"/>
              <a:t>Podela 80/20, </a:t>
            </a:r>
            <a:r>
              <a:rPr lang="en-US" dirty="0" err="1"/>
              <a:t>postupak</a:t>
            </a:r>
            <a:r>
              <a:rPr lang="en-US" dirty="0"/>
              <a:t> </a:t>
            </a:r>
            <a:r>
              <a:rPr lang="en-US" dirty="0" err="1"/>
              <a:t>ponovljen</a:t>
            </a:r>
            <a:r>
              <a:rPr lang="en-US" dirty="0"/>
              <a:t> 100 puta; </a:t>
            </a:r>
            <a:r>
              <a:rPr lang="en-US" dirty="0" err="1"/>
              <a:t>prikazan</a:t>
            </a:r>
            <a:r>
              <a:rPr lang="en-US" dirty="0"/>
              <a:t> </a:t>
            </a:r>
            <a:r>
              <a:rPr lang="en-US" dirty="0" err="1"/>
              <a:t>najbolji</a:t>
            </a:r>
            <a:r>
              <a:rPr lang="en-US" dirty="0"/>
              <a:t> </a:t>
            </a:r>
            <a:r>
              <a:rPr lang="en-US" dirty="0" err="1"/>
              <a:t>ishod</a:t>
            </a:r>
            <a:r>
              <a:rPr lang="en-US" dirty="0"/>
              <a:t>.</a:t>
            </a:r>
          </a:p>
          <a:p>
            <a:r>
              <a:rPr lang="en-US" b="1" dirty="0" err="1"/>
              <a:t>fitrsvm</a:t>
            </a:r>
            <a:r>
              <a:rPr lang="en-US" dirty="0"/>
              <a:t> </a:t>
            </a:r>
            <a:r>
              <a:rPr lang="en-US" dirty="0" err="1"/>
              <a:t>parametri</a:t>
            </a:r>
            <a:r>
              <a:rPr lang="en-US" dirty="0"/>
              <a:t>: </a:t>
            </a:r>
            <a:r>
              <a:rPr lang="en-US" dirty="0" err="1"/>
              <a:t>KernelFunction</a:t>
            </a:r>
            <a:r>
              <a:rPr lang="en-US" dirty="0"/>
              <a:t> = 'polynomial', Standardize = true, </a:t>
            </a:r>
            <a:r>
              <a:rPr lang="en-US" dirty="0" err="1"/>
              <a:t>KernelScale</a:t>
            </a:r>
            <a:r>
              <a:rPr lang="en-US" dirty="0"/>
              <a:t> = 'auto'.</a:t>
            </a:r>
            <a:br>
              <a:rPr lang="en-US" dirty="0"/>
            </a:br>
            <a:r>
              <a:rPr lang="en-US" dirty="0" err="1"/>
              <a:t>Rezultati</a:t>
            </a:r>
            <a:r>
              <a:rPr lang="en-US" dirty="0"/>
              <a:t>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8E5F82B-4882-FDBA-E7A8-29420DFD60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5755" y="4100975"/>
            <a:ext cx="5141699" cy="1564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990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E09D4-04D3-507E-4CE3-3BAE5BB53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Histogram grešaka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020A81B-5C64-0B7C-239A-0A3ECC4970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01622" y="2160588"/>
            <a:ext cx="5748794" cy="3881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77840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104</TotalTime>
  <Words>74</Words>
  <Application>Microsoft Office PowerPoint</Application>
  <PresentationFormat>Widescreen</PresentationFormat>
  <Paragraphs>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Trebuchet MS</vt:lpstr>
      <vt:lpstr>Wingdings 3</vt:lpstr>
      <vt:lpstr>Facet</vt:lpstr>
      <vt:lpstr>SVR</vt:lpstr>
      <vt:lpstr>Rešenje</vt:lpstr>
      <vt:lpstr>Histogram grešaka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Jovan Lukovic</dc:creator>
  <cp:lastModifiedBy>Jovan Lukovic</cp:lastModifiedBy>
  <cp:revision>2</cp:revision>
  <dcterms:created xsi:type="dcterms:W3CDTF">2025-09-11T19:37:30Z</dcterms:created>
  <dcterms:modified xsi:type="dcterms:W3CDTF">2025-09-16T16:56:57Z</dcterms:modified>
</cp:coreProperties>
</file>