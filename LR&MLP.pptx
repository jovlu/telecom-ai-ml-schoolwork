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9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ACCD-ED80-D25B-EE8E-3F3D71409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A7E1B-18A2-92C6-C6AD-A87F1FBD9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F08BA-3C81-84D9-BB09-89AFCCED9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491A-E3A9-4062-831E-29445420A4D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ADA7E-8426-1CA5-5F28-557A2165D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C51F1-865C-EAB8-8894-721E5F5A3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FD9DA-4B69-49A0-B7F8-9AA1FF068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4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D53F1-9F6D-D34C-0405-63FAF6DBF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5E45A-74A0-F96D-29C3-6DC709F1C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A79E3-BC47-1B73-9A91-CFADE6146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491A-E3A9-4062-831E-29445420A4D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55365-E3BF-B4B1-22DC-9FB2D9458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CE15E-3A3A-C783-E4FC-5061BFF3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FD9DA-4B69-49A0-B7F8-9AA1FF068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60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C0D8-AE34-8481-B818-4C093DA7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87D61-FEA0-FE5E-60E5-2E013354D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57D0B-E39B-0ED0-CFBC-EA2A0CC4B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491A-E3A9-4062-831E-29445420A4D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7AEF4-DCA4-F366-3BA2-D6EA9A956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8B820-54F4-CDE3-0AEA-3DD1D17A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FD9DA-4B69-49A0-B7F8-9AA1FF068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A0FB-7BB6-BEA4-3827-2B8E628C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8CBBB-5A68-0FC4-CE9E-A436D68DA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FBC60-AE23-246D-B3BE-97C90CFC2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F1C63-A5C9-4B6E-6721-76BBB2244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491A-E3A9-4062-831E-29445420A4D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CFAAA-1CB0-9D70-29B6-A27860369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B2377-05DD-D351-036F-EA3AFBDD9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FD9DA-4B69-49A0-B7F8-9AA1FF068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612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AB35-6047-7B84-60B4-EECDCA77B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FB1B8-F899-EB98-B1B3-131BC20AC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EBB7F-3E50-8716-8460-A76F3D457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11DED2-7957-07D6-24F6-410C3F7B9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63239A-8F21-43EE-121A-D413D1F1F1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6EF21D-9C79-8727-10E5-72A520799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491A-E3A9-4062-831E-29445420A4D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FFFFB-D4B4-49DE-CF57-87A272FD5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9CD516-E7D1-30C1-3B1E-CD02D076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FD9DA-4B69-49A0-B7F8-9AA1FF068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7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717E-3B6E-6661-EAA7-35750C2D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BD25DA-CACC-75EA-BAB5-E44C430E2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491A-E3A9-4062-831E-29445420A4D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D9A29F-DF35-3D36-A5E7-BF2F5C8F7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6E9B7-7C87-0FB4-DD3F-B827D7ED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FD9DA-4B69-49A0-B7F8-9AA1FF068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0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333F08-9364-1AAB-32D0-938B1AD0E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491A-E3A9-4062-831E-29445420A4D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600535-2CAF-89EB-EFFE-63B9A04C7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C1508-4C96-E447-5A92-6DBF2201D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FD9DA-4B69-49A0-B7F8-9AA1FF068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1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B5750-22BB-D655-D09A-F108BED38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ED8F7-F497-90E5-9F5D-8BA775F82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27747-CF14-50D4-37C0-F77CAA9EC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44953-1997-6914-71CE-2A973A2B6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491A-E3A9-4062-831E-29445420A4D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5428C-2E5C-DAF9-B853-A54347D87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3A0AB-543F-BEC3-D3F0-699ABE2AA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FD9DA-4B69-49A0-B7F8-9AA1FF068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48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D4BC-6A2E-8147-F893-1B3F620DB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E86BE6-DA62-3E66-8B20-7439FC0FD2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97743-EA7C-41AE-1626-DDBF5C950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84367-B316-196A-EF52-BB73E386D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491A-E3A9-4062-831E-29445420A4D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CB046-6B91-59EA-16EC-A21979F70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0D621-FA6C-810E-0CB4-3A08689BF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FD9DA-4B69-49A0-B7F8-9AA1FF068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8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5B16A-E40F-575D-EDFB-FBE2CB6E0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D46BA-0F51-6AAA-D8EA-DD70BC778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5C790-F364-935D-C07F-1401429A8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491A-E3A9-4062-831E-29445420A4D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C140E-F1BC-0C29-993F-422BCD729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B68FF-9993-C0F1-50A8-50546D0FD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FD9DA-4B69-49A0-B7F8-9AA1FF068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7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CC2534-C609-40F5-E950-03E69A600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CA7802-5432-E0DD-6467-BA3D848AB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77361-ECFE-F0AD-CFE0-7F62ED4FC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491A-E3A9-4062-831E-29445420A4D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A4B02-A469-3E0F-662A-5917C1514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E5D0-F923-9C5B-EA3C-4A4C175CE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FD9DA-4B69-49A0-B7F8-9AA1FF068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934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388FA-4866-A0EB-22BE-EB83BE4CE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DA38A-5815-1C3B-6ED9-3407D3938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94DED-8459-7DF4-867E-7CC86C5D5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A491A-E3A9-4062-831E-29445420A4D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1E7E-55E5-9905-6FAC-417FF803E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5C48C-276D-4B17-737E-5E81FEDDE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8FD9DA-4B69-49A0-B7F8-9AA1FF068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31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8DF7-6ECD-EA3F-057C-EF62F8C309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KNN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sr-Latn-RS" dirty="0"/>
              <a:t>MLP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8434DF-B2AE-085C-0A9C-3DF2D95610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/>
              <a:t>Jovan Luković 2020/0476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3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C9275-52EC-49F2-4564-49D2FBEF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</a:t>
            </a:r>
            <a:r>
              <a:rPr lang="sr-Latn-RS"/>
              <a:t>čin obrade podataka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5E0AA-0A9B-CC28-9106-56343E0D8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Sve zvezdice (rezultati merenja u kojima AP nije detektovan), su zamenjene RSSI -120dBm.</a:t>
            </a:r>
          </a:p>
          <a:p>
            <a:r>
              <a:rPr lang="sr-Latn-RS" dirty="0"/>
              <a:t>Uzeta je prosečna vrednost merenja RSSI za svaki AP na toj lokaciji za sve 4 orijentacije</a:t>
            </a:r>
          </a:p>
          <a:p>
            <a:r>
              <a:rPr lang="sr-Latn-RS" dirty="0"/>
              <a:t>Podela na input i </a:t>
            </a:r>
            <a:r>
              <a:rPr lang="sr-Latn-RS" dirty="0" err="1"/>
              <a:t>output</a:t>
            </a:r>
            <a:r>
              <a:rPr lang="sr-Latn-RS" dirty="0"/>
              <a:t> parametre</a:t>
            </a:r>
          </a:p>
          <a:p>
            <a:r>
              <a:rPr lang="sr-Latn-RS" dirty="0"/>
              <a:t>Izvršena Z normalizacija input parametara – KNN</a:t>
            </a:r>
          </a:p>
          <a:p>
            <a:r>
              <a:rPr lang="sr-Latn-RS" dirty="0"/>
              <a:t>Izvršena min-</a:t>
            </a:r>
            <a:r>
              <a:rPr lang="sr-Latn-RS" dirty="0" err="1"/>
              <a:t>max</a:t>
            </a:r>
            <a:r>
              <a:rPr lang="sr-Latn-RS" dirty="0"/>
              <a:t> normalizacija – MLP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31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B749D-6562-727A-98D1-09BC56B3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Položaji train i test uzoraka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13BD92-2A6A-7385-2C71-B5D8C6D294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5706" y="1825625"/>
            <a:ext cx="720058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47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AA1B0-1C73-C2EC-ADA9-B949BAC90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Zavisnost RMSE u odnosu na k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9D7138-AE3E-C784-15D3-3B50EF911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6631" y="1825625"/>
            <a:ext cx="72387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78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7B68E-3327-6D01-8B73-FD027DA0B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Histogram grešaka KNN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6670D4-7169-95D9-E0F8-062249FAA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9479"/>
            <a:ext cx="6360583" cy="38270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5C6082-8D2A-DEA9-CACD-A89D8066C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356" y="3086151"/>
            <a:ext cx="3515216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73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9E87B-A079-8558-7C0B-48FEFE4AB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Histogram grešaka MLP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2A95AF-407A-2145-F72E-7ACC990ECE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1537"/>
            <a:ext cx="7247718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01F2C4-55B3-11DA-8787-07C978B82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39" y="4212416"/>
            <a:ext cx="4296375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411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A2F22-770E-2DE2-2F82-C9C00BA09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Varijacija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</a:t>
            </a:r>
            <a:r>
              <a:rPr lang="en-US" dirty="0" err="1"/>
              <a:t>neurona</a:t>
            </a:r>
            <a:r>
              <a:rPr lang="en-US" dirty="0"/>
              <a:t> (1 </a:t>
            </a:r>
            <a:r>
              <a:rPr lang="en-US" dirty="0" err="1"/>
              <a:t>sloj</a:t>
            </a:r>
            <a:r>
              <a:rPr lang="en-US" dirty="0"/>
              <a:t>)</a:t>
            </a:r>
            <a:r>
              <a:rPr lang="sr-Latn-RS"/>
              <a:t> - MLP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12FBE5-E0CA-766D-6279-1E8108E3C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6750" y="1825625"/>
            <a:ext cx="72184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123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87</Words>
  <Application>Microsoft Office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KNN i MLP</vt:lpstr>
      <vt:lpstr>Način obrade podataka</vt:lpstr>
      <vt:lpstr>Položaji train i test uzoraka</vt:lpstr>
      <vt:lpstr>Zavisnost RMSE u odnosu na k</vt:lpstr>
      <vt:lpstr>Histogram grešaka KNN</vt:lpstr>
      <vt:lpstr>Histogram grešaka MLP</vt:lpstr>
      <vt:lpstr>Varijacija broja neurona (1 sloj) - MLP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 Lukovic</dc:creator>
  <cp:lastModifiedBy>Jovan Lukovic</cp:lastModifiedBy>
  <cp:revision>4</cp:revision>
  <dcterms:created xsi:type="dcterms:W3CDTF">2025-09-03T12:02:57Z</dcterms:created>
  <dcterms:modified xsi:type="dcterms:W3CDTF">2025-09-04T11:34:31Z</dcterms:modified>
</cp:coreProperties>
</file>