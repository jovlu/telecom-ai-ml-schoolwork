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5" d="100"/>
          <a:sy n="65" d="100"/>
        </p:scale>
        <p:origin x="2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09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5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8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9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155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88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051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1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9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3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5755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734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4935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16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713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70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BBBE0-C302-41A4-AFFB-2428D5D2E6D2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509AC0B-0032-4CF6-A1AD-6371FB863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4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AAB68-D7B4-BD7E-30AB-79E08DC98F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CNN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2E81-9238-6A16-609D-D98F48CBF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Jovan Lukovic</a:t>
            </a:r>
            <a:r>
              <a:rPr lang="sr-Latn-RS"/>
              <a:t> 2020/0476</a:t>
            </a:r>
          </a:p>
        </p:txBody>
      </p:sp>
    </p:spTree>
    <p:extLst>
      <p:ext uri="{BB962C8B-B14F-4D97-AF65-F5344CB8AC3E}">
        <p14:creationId xmlns:p14="http://schemas.microsoft.com/office/powerpoint/2010/main" val="1807472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78DB0-F9E3-A116-584C-4AF52779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Unos</a:t>
            </a:r>
            <a:r>
              <a:rPr lang="en-US" dirty="0"/>
              <a:t> </a:t>
            </a:r>
            <a:r>
              <a:rPr lang="sr-Latn-RS" dirty="0"/>
              <a:t>i procesiranje podataka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28442-8284-0B22-EB4D-E86ABE07D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Podela na train </a:t>
            </a:r>
            <a:r>
              <a:rPr lang="en-US" dirty="0" err="1"/>
              <a:t>i</a:t>
            </a:r>
            <a:r>
              <a:rPr lang="en-US" dirty="0"/>
              <a:t> test data (70%, 15%, 15%)</a:t>
            </a:r>
          </a:p>
          <a:p>
            <a:r>
              <a:rPr lang="en-US" dirty="0"/>
              <a:t>CNN – (</a:t>
            </a:r>
            <a:r>
              <a:rPr lang="en-US" dirty="0" err="1"/>
              <a:t>konvolucioni</a:t>
            </a:r>
            <a:r>
              <a:rPr lang="en-US" dirty="0"/>
              <a:t> </a:t>
            </a:r>
            <a:r>
              <a:rPr lang="en-US" dirty="0" err="1"/>
              <a:t>sloj</a:t>
            </a:r>
            <a:r>
              <a:rPr lang="en-US" dirty="0"/>
              <a:t>, </a:t>
            </a:r>
            <a:r>
              <a:rPr lang="en-US" dirty="0" err="1"/>
              <a:t>normalizacija</a:t>
            </a:r>
            <a:r>
              <a:rPr lang="en-US" dirty="0"/>
              <a:t>, </a:t>
            </a:r>
            <a:r>
              <a:rPr lang="en-US" dirty="0" err="1"/>
              <a:t>ReLu</a:t>
            </a:r>
            <a:r>
              <a:rPr lang="en-US" dirty="0"/>
              <a:t>, pooling)</a:t>
            </a:r>
          </a:p>
          <a:p>
            <a:r>
              <a:rPr lang="en-US" dirty="0" err="1"/>
              <a:t>Fullly</a:t>
            </a:r>
            <a:r>
              <a:rPr lang="en-US" dirty="0"/>
              <a:t> connected, SoftMax</a:t>
            </a:r>
          </a:p>
          <a:p>
            <a:r>
              <a:rPr lang="en-US" dirty="0"/>
              <a:t>Kori</a:t>
            </a:r>
            <a:r>
              <a:rPr lang="sr-Latn-RS" dirty="0" err="1"/>
              <a:t>šćen</a:t>
            </a:r>
            <a:r>
              <a:rPr lang="sr-Latn-RS" dirty="0"/>
              <a:t> transfer </a:t>
            </a:r>
            <a:r>
              <a:rPr lang="sr-Latn-RS" dirty="0" err="1"/>
              <a:t>learning</a:t>
            </a:r>
            <a:r>
              <a:rPr lang="sr-Latn-RS" dirty="0"/>
              <a:t> (</a:t>
            </a:r>
            <a:r>
              <a:rPr lang="sr-Latn-RS" dirty="0" err="1"/>
              <a:t>sqeezenet</a:t>
            </a:r>
            <a:r>
              <a:rPr lang="sr-Latn-RS" dirty="0"/>
              <a:t>)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25FB20-8254-5850-61E5-00EF9C39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404" y="4362876"/>
            <a:ext cx="1978710" cy="21299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C42C86-97D4-E9BA-89F3-54EB920F5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704" y="3514786"/>
            <a:ext cx="1454727" cy="3015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A30E7E-F63D-1E8F-851A-C09C90A5D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93" y="3990107"/>
            <a:ext cx="2588905" cy="250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54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6789-31A7-B41E-61A9-1CA52E390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Rezultati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843164-89E5-BA18-90A0-1501804C8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084BBA-82DB-CE25-3106-75110E35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12" y="3695230"/>
            <a:ext cx="4170275" cy="24817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2055F53-5652-B3B6-6B5D-10788DB7F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63" y="1858246"/>
            <a:ext cx="6427177" cy="13045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3906F5-B571-DA76-ACB0-E27F9CC03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940" y="2630231"/>
            <a:ext cx="4614461" cy="274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2808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45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Trebuchet MS</vt:lpstr>
      <vt:lpstr>Wingdings 3</vt:lpstr>
      <vt:lpstr>Facet</vt:lpstr>
      <vt:lpstr>CNN</vt:lpstr>
      <vt:lpstr>Unos i procesiranje podataka</vt:lpstr>
      <vt:lpstr>Rezultati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Lukovic</dc:creator>
  <cp:lastModifiedBy>Jovan Lukovic</cp:lastModifiedBy>
  <cp:revision>3</cp:revision>
  <dcterms:created xsi:type="dcterms:W3CDTF">2025-09-11T18:34:32Z</dcterms:created>
  <dcterms:modified xsi:type="dcterms:W3CDTF">2025-09-16T11:51:58Z</dcterms:modified>
</cp:coreProperties>
</file>